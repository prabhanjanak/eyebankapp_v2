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4" r:id="rId3"/>
    <p:sldId id="299" r:id="rId4"/>
    <p:sldId id="263" r:id="rId5"/>
    <p:sldId id="261" r:id="rId6"/>
    <p:sldId id="264" r:id="rId7"/>
    <p:sldId id="267" r:id="rId8"/>
    <p:sldId id="300" r:id="rId9"/>
    <p:sldId id="301" r:id="rId10"/>
    <p:sldId id="302" r:id="rId11"/>
    <p:sldId id="296" r:id="rId12"/>
    <p:sldId id="268" r:id="rId13"/>
    <p:sldId id="269" r:id="rId14"/>
    <p:sldId id="3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33C38-0D2B-4957-BD81-A60A5972512D}" v="15" dt="2026-07-16T15:27:50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i devanga" userId="4615de689d0c1e7f" providerId="LiveId" clId="{7594FAC8-660B-4617-BE1B-F89215CB8FFB}"/>
    <pc:docChg chg="undo redo custSel addSld delSld modSld sldOrd">
      <pc:chgData name="sravani devanga" userId="4615de689d0c1e7f" providerId="LiveId" clId="{7594FAC8-660B-4617-BE1B-F89215CB8FFB}" dt="2026-07-16T15:32:20.499" v="1515" actId="14100"/>
      <pc:docMkLst>
        <pc:docMk/>
      </pc:docMkLst>
      <pc:sldChg chg="new del">
        <pc:chgData name="sravani devanga" userId="4615de689d0c1e7f" providerId="LiveId" clId="{7594FAC8-660B-4617-BE1B-F89215CB8FFB}" dt="2026-07-16T14:52:10.517" v="8" actId="47"/>
        <pc:sldMkLst>
          <pc:docMk/>
          <pc:sldMk cId="1703307161" sldId="256"/>
        </pc:sldMkLst>
      </pc:sldChg>
      <pc:sldChg chg="new del">
        <pc:chgData name="sravani devanga" userId="4615de689d0c1e7f" providerId="LiveId" clId="{7594FAC8-660B-4617-BE1B-F89215CB8FFB}" dt="2026-07-16T15:06:20.198" v="271" actId="47"/>
        <pc:sldMkLst>
          <pc:docMk/>
          <pc:sldMk cId="475540895" sldId="257"/>
        </pc:sldMkLst>
      </pc:sldChg>
      <pc:sldChg chg="new del">
        <pc:chgData name="sravani devanga" userId="4615de689d0c1e7f" providerId="LiveId" clId="{7594FAC8-660B-4617-BE1B-F89215CB8FFB}" dt="2026-07-16T15:06:18.851" v="270" actId="47"/>
        <pc:sldMkLst>
          <pc:docMk/>
          <pc:sldMk cId="642126080" sldId="258"/>
        </pc:sldMkLst>
      </pc:sldChg>
      <pc:sldChg chg="addSp delSp modSp add mod ord">
        <pc:chgData name="sravani devanga" userId="4615de689d0c1e7f" providerId="LiveId" clId="{7594FAC8-660B-4617-BE1B-F89215CB8FFB}" dt="2026-07-16T15:08:32.521" v="277"/>
        <pc:sldMkLst>
          <pc:docMk/>
          <pc:sldMk cId="0" sldId="261"/>
        </pc:sldMkLst>
        <pc:spChg chg="del mod">
          <ac:chgData name="sravani devanga" userId="4615de689d0c1e7f" providerId="LiveId" clId="{7594FAC8-660B-4617-BE1B-F89215CB8FFB}" dt="2026-07-16T15:05:15.573" v="265" actId="478"/>
          <ac:spMkLst>
            <pc:docMk/>
            <pc:sldMk cId="0" sldId="261"/>
            <ac:spMk id="2" creationId="{B1A77046-6072-4C86-AFF0-1874956514A7}"/>
          </ac:spMkLst>
        </pc:spChg>
        <pc:spChg chg="add del mod">
          <ac:chgData name="sravani devanga" userId="4615de689d0c1e7f" providerId="LiveId" clId="{7594FAC8-660B-4617-BE1B-F89215CB8FFB}" dt="2026-07-16T15:05:12.836" v="264" actId="478"/>
          <ac:spMkLst>
            <pc:docMk/>
            <pc:sldMk cId="0" sldId="261"/>
            <ac:spMk id="8" creationId="{9719C0B8-AE8F-C8AA-19DE-A3F5C9FC5D01}"/>
          </ac:spMkLst>
        </pc:spChg>
        <pc:picChg chg="add del">
          <ac:chgData name="sravani devanga" userId="4615de689d0c1e7f" providerId="LiveId" clId="{7594FAC8-660B-4617-BE1B-F89215CB8FFB}" dt="2026-07-16T15:05:12.836" v="264" actId="478"/>
          <ac:picMkLst>
            <pc:docMk/>
            <pc:sldMk cId="0" sldId="261"/>
            <ac:picMk id="4" creationId="{00000000-0000-0000-0000-000000000000}"/>
          </ac:picMkLst>
        </pc:picChg>
      </pc:sldChg>
      <pc:sldChg chg="addSp delSp modSp add mod">
        <pc:chgData name="sravani devanga" userId="4615de689d0c1e7f" providerId="LiveId" clId="{7594FAC8-660B-4617-BE1B-F89215CB8FFB}" dt="2026-07-16T15:30:04.195" v="1469" actId="478"/>
        <pc:sldMkLst>
          <pc:docMk/>
          <pc:sldMk cId="0" sldId="263"/>
        </pc:sldMkLst>
        <pc:spChg chg="mod">
          <ac:chgData name="sravani devanga" userId="4615de689d0c1e7f" providerId="LiveId" clId="{7594FAC8-660B-4617-BE1B-F89215CB8FFB}" dt="2026-07-16T15:02:34.232" v="246" actId="14100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sravani devanga" userId="4615de689d0c1e7f" providerId="LiveId" clId="{7594FAC8-660B-4617-BE1B-F89215CB8FFB}" dt="2026-07-16T15:30:04.195" v="1469" actId="478"/>
          <ac:spMkLst>
            <pc:docMk/>
            <pc:sldMk cId="0" sldId="263"/>
            <ac:spMk id="7" creationId="{625887B6-BD4A-A732-D894-13F7A57D834B}"/>
          </ac:spMkLst>
        </pc:spChg>
        <pc:picChg chg="mod">
          <ac:chgData name="sravani devanga" userId="4615de689d0c1e7f" providerId="LiveId" clId="{7594FAC8-660B-4617-BE1B-F89215CB8FFB}" dt="2026-07-16T15:29:11.042" v="1431" actId="1076"/>
          <ac:picMkLst>
            <pc:docMk/>
            <pc:sldMk cId="0" sldId="263"/>
            <ac:picMk id="4" creationId="{00000000-0000-0000-0000-000000000000}"/>
          </ac:picMkLst>
        </pc:picChg>
      </pc:sldChg>
      <pc:sldChg chg="delSp modSp add mod">
        <pc:chgData name="sravani devanga" userId="4615de689d0c1e7f" providerId="LiveId" clId="{7594FAC8-660B-4617-BE1B-F89215CB8FFB}" dt="2026-07-16T15:30:15.489" v="1471" actId="14100"/>
        <pc:sldMkLst>
          <pc:docMk/>
          <pc:sldMk cId="0" sldId="264"/>
        </pc:sldMkLst>
        <pc:spChg chg="del mod">
          <ac:chgData name="sravani devanga" userId="4615de689d0c1e7f" providerId="LiveId" clId="{7594FAC8-660B-4617-BE1B-F89215CB8FFB}" dt="2026-07-16T15:02:45.200" v="251" actId="478"/>
          <ac:spMkLst>
            <pc:docMk/>
            <pc:sldMk cId="0" sldId="264"/>
            <ac:spMk id="2" creationId="{1CA294F8-0CC8-4B6A-AA53-C866F64DBB13}"/>
          </ac:spMkLst>
        </pc:spChg>
        <pc:spChg chg="mod">
          <ac:chgData name="sravani devanga" userId="4615de689d0c1e7f" providerId="LiveId" clId="{7594FAC8-660B-4617-BE1B-F89215CB8FFB}" dt="2026-07-16T15:02:56.222" v="256" actId="14100"/>
          <ac:spMkLst>
            <pc:docMk/>
            <pc:sldMk cId="0" sldId="264"/>
            <ac:spMk id="3" creationId="{00000000-0000-0000-0000-000000000000}"/>
          </ac:spMkLst>
        </pc:spChg>
        <pc:picChg chg="mod">
          <ac:chgData name="sravani devanga" userId="4615de689d0c1e7f" providerId="LiveId" clId="{7594FAC8-660B-4617-BE1B-F89215CB8FFB}" dt="2026-07-16T15:30:15.489" v="1471" actId="14100"/>
          <ac:picMkLst>
            <pc:docMk/>
            <pc:sldMk cId="0" sldId="264"/>
            <ac:picMk id="4" creationId="{00000000-0000-0000-0000-000000000000}"/>
          </ac:picMkLst>
        </pc:picChg>
        <pc:picChg chg="del">
          <ac:chgData name="sravani devanga" userId="4615de689d0c1e7f" providerId="LiveId" clId="{7594FAC8-660B-4617-BE1B-F89215CB8FFB}" dt="2026-07-16T15:02:43.234" v="249" actId="478"/>
          <ac:picMkLst>
            <pc:docMk/>
            <pc:sldMk cId="0" sldId="264"/>
            <ac:picMk id="1026" creationId="{00000000-0000-0000-0000-000000000000}"/>
          </ac:picMkLst>
        </pc:picChg>
      </pc:sldChg>
      <pc:sldChg chg="addSp delSp modSp add mod">
        <pc:chgData name="sravani devanga" userId="4615de689d0c1e7f" providerId="LiveId" clId="{7594FAC8-660B-4617-BE1B-F89215CB8FFB}" dt="2026-07-16T15:14:17.687" v="837" actId="2710"/>
        <pc:sldMkLst>
          <pc:docMk/>
          <pc:sldMk cId="0" sldId="267"/>
        </pc:sldMkLst>
        <pc:spChg chg="mod">
          <ac:chgData name="sravani devanga" userId="4615de689d0c1e7f" providerId="LiveId" clId="{7594FAC8-660B-4617-BE1B-F89215CB8FFB}" dt="2026-07-16T15:13:29.856" v="831" actId="113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sravani devanga" userId="4615de689d0c1e7f" providerId="LiveId" clId="{7594FAC8-660B-4617-BE1B-F89215CB8FFB}" dt="2026-07-16T15:14:17.687" v="837" actId="2710"/>
          <ac:spMkLst>
            <pc:docMk/>
            <pc:sldMk cId="0" sldId="267"/>
            <ac:spMk id="7" creationId="{B7A3D32C-B85C-7FC7-60B9-46B21CC76BB8}"/>
          </ac:spMkLst>
        </pc:spChg>
        <pc:picChg chg="del mod">
          <ac:chgData name="sravani devanga" userId="4615de689d0c1e7f" providerId="LiveId" clId="{7594FAC8-660B-4617-BE1B-F89215CB8FFB}" dt="2026-07-16T15:11:30.435" v="288" actId="478"/>
          <ac:picMkLst>
            <pc:docMk/>
            <pc:sldMk cId="0" sldId="267"/>
            <ac:picMk id="5" creationId="{00000000-0000-0000-0000-000000000000}"/>
          </ac:picMkLst>
        </pc:picChg>
      </pc:sldChg>
      <pc:sldChg chg="delSp modSp add mod">
        <pc:chgData name="sravani devanga" userId="4615de689d0c1e7f" providerId="LiveId" clId="{7594FAC8-660B-4617-BE1B-F89215CB8FFB}" dt="2026-07-16T15:25:16.325" v="1397" actId="1076"/>
        <pc:sldMkLst>
          <pc:docMk/>
          <pc:sldMk cId="0" sldId="268"/>
        </pc:sldMkLst>
        <pc:spChg chg="del">
          <ac:chgData name="sravani devanga" userId="4615de689d0c1e7f" providerId="LiveId" clId="{7594FAC8-660B-4617-BE1B-F89215CB8FFB}" dt="2026-07-16T15:05:49.295" v="266" actId="478"/>
          <ac:spMkLst>
            <pc:docMk/>
            <pc:sldMk cId="0" sldId="268"/>
            <ac:spMk id="2" creationId="{4E3E8F9A-F52E-4101-8D4A-E7CB41739628}"/>
          </ac:spMkLst>
        </pc:spChg>
        <pc:spChg chg="mod">
          <ac:chgData name="sravani devanga" userId="4615de689d0c1e7f" providerId="LiveId" clId="{7594FAC8-660B-4617-BE1B-F89215CB8FFB}" dt="2026-07-16T15:05:57.798" v="269" actId="14100"/>
          <ac:spMkLst>
            <pc:docMk/>
            <pc:sldMk cId="0" sldId="268"/>
            <ac:spMk id="3" creationId="{00000000-0000-0000-0000-000000000000}"/>
          </ac:spMkLst>
        </pc:spChg>
        <pc:picChg chg="mod">
          <ac:chgData name="sravani devanga" userId="4615de689d0c1e7f" providerId="LiveId" clId="{7594FAC8-660B-4617-BE1B-F89215CB8FFB}" dt="2026-07-16T15:24:58.047" v="1391" actId="1076"/>
          <ac:picMkLst>
            <pc:docMk/>
            <pc:sldMk cId="0" sldId="268"/>
            <ac:picMk id="4" creationId="{00000000-0000-0000-0000-000000000000}"/>
          </ac:picMkLst>
        </pc:picChg>
        <pc:picChg chg="mod">
          <ac:chgData name="sravani devanga" userId="4615de689d0c1e7f" providerId="LiveId" clId="{7594FAC8-660B-4617-BE1B-F89215CB8FFB}" dt="2026-07-16T15:25:16.325" v="1397" actId="1076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sravani devanga" userId="4615de689d0c1e7f" providerId="LiveId" clId="{7594FAC8-660B-4617-BE1B-F89215CB8FFB}" dt="2026-07-16T15:24:52.873" v="1389" actId="14100"/>
          <ac:picMkLst>
            <pc:docMk/>
            <pc:sldMk cId="0" sldId="268"/>
            <ac:picMk id="7" creationId="{00000000-0000-0000-0000-000000000000}"/>
          </ac:picMkLst>
        </pc:picChg>
        <pc:picChg chg="mod">
          <ac:chgData name="sravani devanga" userId="4615de689d0c1e7f" providerId="LiveId" clId="{7594FAC8-660B-4617-BE1B-F89215CB8FFB}" dt="2026-07-16T15:25:12.466" v="1396" actId="14100"/>
          <ac:picMkLst>
            <pc:docMk/>
            <pc:sldMk cId="0" sldId="268"/>
            <ac:picMk id="9" creationId="{00000000-0000-0000-0000-000000000000}"/>
          </ac:picMkLst>
        </pc:picChg>
      </pc:sldChg>
      <pc:sldChg chg="delSp modSp add mod">
        <pc:chgData name="sravani devanga" userId="4615de689d0c1e7f" providerId="LiveId" clId="{7594FAC8-660B-4617-BE1B-F89215CB8FFB}" dt="2026-07-16T15:24:42.879" v="1388" actId="14100"/>
        <pc:sldMkLst>
          <pc:docMk/>
          <pc:sldMk cId="0" sldId="269"/>
        </pc:sldMkLst>
        <pc:spChg chg="del">
          <ac:chgData name="sravani devanga" userId="4615de689d0c1e7f" providerId="LiveId" clId="{7594FAC8-660B-4617-BE1B-F89215CB8FFB}" dt="2026-07-16T15:24:16.025" v="1384" actId="478"/>
          <ac:spMkLst>
            <pc:docMk/>
            <pc:sldMk cId="0" sldId="269"/>
            <ac:spMk id="2" creationId="{B68B5B79-7DAA-4973-AE6C-28F819789763}"/>
          </ac:spMkLst>
        </pc:spChg>
        <pc:picChg chg="mod">
          <ac:chgData name="sravani devanga" userId="4615de689d0c1e7f" providerId="LiveId" clId="{7594FAC8-660B-4617-BE1B-F89215CB8FFB}" dt="2026-07-16T15:24:39.461" v="1387" actId="14100"/>
          <ac:picMkLst>
            <pc:docMk/>
            <pc:sldMk cId="0" sldId="269"/>
            <ac:picMk id="4" creationId="{00000000-0000-0000-0000-000000000000}"/>
          </ac:picMkLst>
        </pc:picChg>
        <pc:picChg chg="mod">
          <ac:chgData name="sravani devanga" userId="4615de689d0c1e7f" providerId="LiveId" clId="{7594FAC8-660B-4617-BE1B-F89215CB8FFB}" dt="2026-07-16T15:24:42.879" v="1388" actId="14100"/>
          <ac:picMkLst>
            <pc:docMk/>
            <pc:sldMk cId="0" sldId="269"/>
            <ac:picMk id="5" creationId="{00000000-0000-0000-0000-000000000000}"/>
          </ac:picMkLst>
        </pc:picChg>
      </pc:sldChg>
      <pc:sldChg chg="add del">
        <pc:chgData name="sravani devanga" userId="4615de689d0c1e7f" providerId="LiveId" clId="{7594FAC8-660B-4617-BE1B-F89215CB8FFB}" dt="2026-07-16T15:19:21.973" v="1076" actId="47"/>
        <pc:sldMkLst>
          <pc:docMk/>
          <pc:sldMk cId="0" sldId="270"/>
        </pc:sldMkLst>
      </pc:sldChg>
      <pc:sldChg chg="add del">
        <pc:chgData name="sravani devanga" userId="4615de689d0c1e7f" providerId="LiveId" clId="{7594FAC8-660B-4617-BE1B-F89215CB8FFB}" dt="2026-07-16T15:21:47.531" v="1361" actId="47"/>
        <pc:sldMkLst>
          <pc:docMk/>
          <pc:sldMk cId="0" sldId="272"/>
        </pc:sldMkLst>
      </pc:sldChg>
      <pc:sldChg chg="addSp delSp modSp add del mod">
        <pc:chgData name="sravani devanga" userId="4615de689d0c1e7f" providerId="LiveId" clId="{7594FAC8-660B-4617-BE1B-F89215CB8FFB}" dt="2026-07-16T15:06:28.872" v="273" actId="47"/>
        <pc:sldMkLst>
          <pc:docMk/>
          <pc:sldMk cId="757490940" sldId="274"/>
        </pc:sldMkLst>
        <pc:spChg chg="mod">
          <ac:chgData name="sravani devanga" userId="4615de689d0c1e7f" providerId="LiveId" clId="{7594FAC8-660B-4617-BE1B-F89215CB8FFB}" dt="2026-07-16T14:51:35.944" v="5" actId="27636"/>
          <ac:spMkLst>
            <pc:docMk/>
            <pc:sldMk cId="757490940" sldId="274"/>
            <ac:spMk id="4" creationId="{738D7DB3-2408-42CD-9F8F-55CB214C3A6B}"/>
          </ac:spMkLst>
        </pc:spChg>
        <pc:spChg chg="add mod">
          <ac:chgData name="sravani devanga" userId="4615de689d0c1e7f" providerId="LiveId" clId="{7594FAC8-660B-4617-BE1B-F89215CB8FFB}" dt="2026-07-16T15:06:25.518" v="272" actId="478"/>
          <ac:spMkLst>
            <pc:docMk/>
            <pc:sldMk cId="757490940" sldId="274"/>
            <ac:spMk id="5" creationId="{D75237CC-A390-730D-C9A3-E4D46BA0FB13}"/>
          </ac:spMkLst>
        </pc:spChg>
        <pc:picChg chg="del">
          <ac:chgData name="sravani devanga" userId="4615de689d0c1e7f" providerId="LiveId" clId="{7594FAC8-660B-4617-BE1B-F89215CB8FFB}" dt="2026-07-16T15:06:25.518" v="272" actId="478"/>
          <ac:picMkLst>
            <pc:docMk/>
            <pc:sldMk cId="757490940" sldId="274"/>
            <ac:picMk id="9" creationId="{208F7222-2C36-4128-BB1D-29CABD6C8E96}"/>
          </ac:picMkLst>
        </pc:picChg>
      </pc:sldChg>
      <pc:sldChg chg="add del">
        <pc:chgData name="sravani devanga" userId="4615de689d0c1e7f" providerId="LiveId" clId="{7594FAC8-660B-4617-BE1B-F89215CB8FFB}" dt="2026-07-16T15:31:12.792" v="1472" actId="47"/>
        <pc:sldMkLst>
          <pc:docMk/>
          <pc:sldMk cId="0" sldId="275"/>
        </pc:sldMkLst>
      </pc:sldChg>
      <pc:sldChg chg="add del">
        <pc:chgData name="sravani devanga" userId="4615de689d0c1e7f" providerId="LiveId" clId="{7594FAC8-660B-4617-BE1B-F89215CB8FFB}" dt="2026-07-16T15:09:41.946" v="284" actId="47"/>
        <pc:sldMkLst>
          <pc:docMk/>
          <pc:sldMk cId="0" sldId="276"/>
        </pc:sldMkLst>
      </pc:sldChg>
      <pc:sldChg chg="add del">
        <pc:chgData name="sravani devanga" userId="4615de689d0c1e7f" providerId="LiveId" clId="{7594FAC8-660B-4617-BE1B-F89215CB8FFB}" dt="2026-07-16T15:09:36.002" v="281" actId="47"/>
        <pc:sldMkLst>
          <pc:docMk/>
          <pc:sldMk cId="0" sldId="277"/>
        </pc:sldMkLst>
      </pc:sldChg>
      <pc:sldChg chg="delSp modSp add del mod">
        <pc:chgData name="sravani devanga" userId="4615de689d0c1e7f" providerId="LiveId" clId="{7594FAC8-660B-4617-BE1B-F89215CB8FFB}" dt="2026-07-16T15:08:49.436" v="278" actId="47"/>
        <pc:sldMkLst>
          <pc:docMk/>
          <pc:sldMk cId="0" sldId="282"/>
        </pc:sldMkLst>
        <pc:spChg chg="mod">
          <ac:chgData name="sravani devanga" userId="4615de689d0c1e7f" providerId="LiveId" clId="{7594FAC8-660B-4617-BE1B-F89215CB8FFB}" dt="2026-07-16T15:02:10.173" v="243" actId="14100"/>
          <ac:spMkLst>
            <pc:docMk/>
            <pc:sldMk cId="0" sldId="282"/>
            <ac:spMk id="2" creationId="{00000000-0000-0000-0000-000000000000}"/>
          </ac:spMkLst>
        </pc:spChg>
        <pc:spChg chg="del">
          <ac:chgData name="sravani devanga" userId="4615de689d0c1e7f" providerId="LiveId" clId="{7594FAC8-660B-4617-BE1B-F89215CB8FFB}" dt="2026-07-16T15:02:02.640" v="241" actId="478"/>
          <ac:spMkLst>
            <pc:docMk/>
            <pc:sldMk cId="0" sldId="282"/>
            <ac:spMk id="4" creationId="{AF90D0BE-F982-4CA2-A5BB-E9750EA99A31}"/>
          </ac:spMkLst>
        </pc:spChg>
      </pc:sldChg>
      <pc:sldChg chg="add del">
        <pc:chgData name="sravani devanga" userId="4615de689d0c1e7f" providerId="LiveId" clId="{7594FAC8-660B-4617-BE1B-F89215CB8FFB}" dt="2026-07-16T15:09:13.411" v="279" actId="47"/>
        <pc:sldMkLst>
          <pc:docMk/>
          <pc:sldMk cId="0" sldId="284"/>
        </pc:sldMkLst>
      </pc:sldChg>
      <pc:sldChg chg="add del">
        <pc:chgData name="sravani devanga" userId="4615de689d0c1e7f" providerId="LiveId" clId="{7594FAC8-660B-4617-BE1B-F89215CB8FFB}" dt="2026-07-16T15:09:37.364" v="282" actId="47"/>
        <pc:sldMkLst>
          <pc:docMk/>
          <pc:sldMk cId="0" sldId="285"/>
        </pc:sldMkLst>
      </pc:sldChg>
      <pc:sldChg chg="add del">
        <pc:chgData name="sravani devanga" userId="4615de689d0c1e7f" providerId="LiveId" clId="{7594FAC8-660B-4617-BE1B-F89215CB8FFB}" dt="2026-07-16T15:09:39.291" v="283" actId="47"/>
        <pc:sldMkLst>
          <pc:docMk/>
          <pc:sldMk cId="0" sldId="286"/>
        </pc:sldMkLst>
      </pc:sldChg>
      <pc:sldChg chg="add del">
        <pc:chgData name="sravani devanga" userId="4615de689d0c1e7f" providerId="LiveId" clId="{7594FAC8-660B-4617-BE1B-F89215CB8FFB}" dt="2026-07-16T15:09:16.012" v="280" actId="47"/>
        <pc:sldMkLst>
          <pc:docMk/>
          <pc:sldMk cId="0" sldId="288"/>
        </pc:sldMkLst>
      </pc:sldChg>
      <pc:sldChg chg="delSp modSp add mod">
        <pc:chgData name="sravani devanga" userId="4615de689d0c1e7f" providerId="LiveId" clId="{7594FAC8-660B-4617-BE1B-F89215CB8FFB}" dt="2026-07-16T14:52:48.902" v="89" actId="14100"/>
        <pc:sldMkLst>
          <pc:docMk/>
          <pc:sldMk cId="1987616107" sldId="289"/>
        </pc:sldMkLst>
        <pc:spChg chg="mod">
          <ac:chgData name="sravani devanga" userId="4615de689d0c1e7f" providerId="LiveId" clId="{7594FAC8-660B-4617-BE1B-F89215CB8FFB}" dt="2026-07-16T14:52:48.902" v="89" actId="14100"/>
          <ac:spMkLst>
            <pc:docMk/>
            <pc:sldMk cId="1987616107" sldId="289"/>
            <ac:spMk id="2" creationId="{70FC7426-C484-4B2A-9458-FA37573BC68B}"/>
          </ac:spMkLst>
        </pc:spChg>
        <pc:spChg chg="del mod">
          <ac:chgData name="sravani devanga" userId="4615de689d0c1e7f" providerId="LiveId" clId="{7594FAC8-660B-4617-BE1B-F89215CB8FFB}" dt="2026-07-16T14:52:32.769" v="83" actId="478"/>
          <ac:spMkLst>
            <pc:docMk/>
            <pc:sldMk cId="1987616107" sldId="289"/>
            <ac:spMk id="3" creationId="{DC481413-330D-4DEA-8D12-60CDEF6AE453}"/>
          </ac:spMkLst>
        </pc:spChg>
        <pc:picChg chg="mod">
          <ac:chgData name="sravani devanga" userId="4615de689d0c1e7f" providerId="LiveId" clId="{7594FAC8-660B-4617-BE1B-F89215CB8FFB}" dt="2026-07-16T14:52:46.009" v="88" actId="1076"/>
          <ac:picMkLst>
            <pc:docMk/>
            <pc:sldMk cId="1987616107" sldId="289"/>
            <ac:picMk id="4" creationId="{82CFE0AD-3493-4261-9AEF-7B2CA21D03A7}"/>
          </ac:picMkLst>
        </pc:picChg>
        <pc:picChg chg="del">
          <ac:chgData name="sravani devanga" userId="4615de689d0c1e7f" providerId="LiveId" clId="{7594FAC8-660B-4617-BE1B-F89215CB8FFB}" dt="2026-07-16T14:52:04.769" v="7" actId="478"/>
          <ac:picMkLst>
            <pc:docMk/>
            <pc:sldMk cId="1987616107" sldId="289"/>
            <ac:picMk id="5" creationId="{BB72F36B-8F03-4B3A-A19B-759E84748782}"/>
          </ac:picMkLst>
        </pc:picChg>
        <pc:picChg chg="del">
          <ac:chgData name="sravani devanga" userId="4615de689d0c1e7f" providerId="LiveId" clId="{7594FAC8-660B-4617-BE1B-F89215CB8FFB}" dt="2026-07-16T14:51:57.023" v="6" actId="21"/>
          <ac:picMkLst>
            <pc:docMk/>
            <pc:sldMk cId="1987616107" sldId="289"/>
            <ac:picMk id="6" creationId="{B8DD9888-C86D-46A0-949C-13306CCDFA13}"/>
          </ac:picMkLst>
        </pc:picChg>
      </pc:sldChg>
      <pc:sldChg chg="add del">
        <pc:chgData name="sravani devanga" userId="4615de689d0c1e7f" providerId="LiveId" clId="{7594FAC8-660B-4617-BE1B-F89215CB8FFB}" dt="2026-07-16T14:52:52.302" v="90" actId="47"/>
        <pc:sldMkLst>
          <pc:docMk/>
          <pc:sldMk cId="591847835" sldId="290"/>
        </pc:sldMkLst>
      </pc:sldChg>
      <pc:sldChg chg="add del">
        <pc:chgData name="sravani devanga" userId="4615de689d0c1e7f" providerId="LiveId" clId="{7594FAC8-660B-4617-BE1B-F89215CB8FFB}" dt="2026-07-16T14:52:58.922" v="91" actId="47"/>
        <pc:sldMkLst>
          <pc:docMk/>
          <pc:sldMk cId="1110951262" sldId="291"/>
        </pc:sldMkLst>
      </pc:sldChg>
      <pc:sldChg chg="add del">
        <pc:chgData name="sravani devanga" userId="4615de689d0c1e7f" providerId="LiveId" clId="{7594FAC8-660B-4617-BE1B-F89215CB8FFB}" dt="2026-07-16T14:53:15.610" v="92" actId="47"/>
        <pc:sldMkLst>
          <pc:docMk/>
          <pc:sldMk cId="3896055645" sldId="292"/>
        </pc:sldMkLst>
      </pc:sldChg>
      <pc:sldChg chg="add del">
        <pc:chgData name="sravani devanga" userId="4615de689d0c1e7f" providerId="LiveId" clId="{7594FAC8-660B-4617-BE1B-F89215CB8FFB}" dt="2026-07-16T14:53:17.195" v="93" actId="47"/>
        <pc:sldMkLst>
          <pc:docMk/>
          <pc:sldMk cId="4185148799" sldId="293"/>
        </pc:sldMkLst>
      </pc:sldChg>
      <pc:sldChg chg="modSp add mod">
        <pc:chgData name="sravani devanga" userId="4615de689d0c1e7f" providerId="LiveId" clId="{7594FAC8-660B-4617-BE1B-F89215CB8FFB}" dt="2026-07-16T15:01:07.200" v="229" actId="20577"/>
        <pc:sldMkLst>
          <pc:docMk/>
          <pc:sldMk cId="1938833373" sldId="294"/>
        </pc:sldMkLst>
        <pc:spChg chg="mod">
          <ac:chgData name="sravani devanga" userId="4615de689d0c1e7f" providerId="LiveId" clId="{7594FAC8-660B-4617-BE1B-F89215CB8FFB}" dt="2026-07-16T14:58:43.138" v="212" actId="14100"/>
          <ac:spMkLst>
            <pc:docMk/>
            <pc:sldMk cId="1938833373" sldId="294"/>
            <ac:spMk id="2" creationId="{1599392C-02CC-4C1D-BE6D-CA70321A7D6B}"/>
          </ac:spMkLst>
        </pc:spChg>
        <pc:spChg chg="mod">
          <ac:chgData name="sravani devanga" userId="4615de689d0c1e7f" providerId="LiveId" clId="{7594FAC8-660B-4617-BE1B-F89215CB8FFB}" dt="2026-07-16T15:01:07.200" v="229" actId="20577"/>
          <ac:spMkLst>
            <pc:docMk/>
            <pc:sldMk cId="1938833373" sldId="294"/>
            <ac:spMk id="3" creationId="{EF8752CD-40CD-4FA4-BE62-67A251A58FC0}"/>
          </ac:spMkLst>
        </pc:spChg>
      </pc:sldChg>
      <pc:sldChg chg="add del">
        <pc:chgData name="sravani devanga" userId="4615de689d0c1e7f" providerId="LiveId" clId="{7594FAC8-660B-4617-BE1B-F89215CB8FFB}" dt="2026-07-16T15:04:42.348" v="260" actId="47"/>
        <pc:sldMkLst>
          <pc:docMk/>
          <pc:sldMk cId="2205240729" sldId="295"/>
        </pc:sldMkLst>
      </pc:sldChg>
      <pc:sldChg chg="delSp modSp add mod">
        <pc:chgData name="sravani devanga" userId="4615de689d0c1e7f" providerId="LiveId" clId="{7594FAC8-660B-4617-BE1B-F89215CB8FFB}" dt="2026-07-16T15:26:12.099" v="1402" actId="20577"/>
        <pc:sldMkLst>
          <pc:docMk/>
          <pc:sldMk cId="3976963382" sldId="296"/>
        </pc:sldMkLst>
        <pc:spChg chg="mod">
          <ac:chgData name="sravani devanga" userId="4615de689d0c1e7f" providerId="LiveId" clId="{7594FAC8-660B-4617-BE1B-F89215CB8FFB}" dt="2026-07-16T15:26:12.099" v="1402" actId="20577"/>
          <ac:spMkLst>
            <pc:docMk/>
            <pc:sldMk cId="3976963382" sldId="296"/>
            <ac:spMk id="2" creationId="{2C1B62ED-5C31-40D0-AC57-C215D81F8442}"/>
          </ac:spMkLst>
        </pc:spChg>
        <pc:spChg chg="mod">
          <ac:chgData name="sravani devanga" userId="4615de689d0c1e7f" providerId="LiveId" clId="{7594FAC8-660B-4617-BE1B-F89215CB8FFB}" dt="2026-07-16T15:26:02.508" v="1399" actId="14100"/>
          <ac:spMkLst>
            <pc:docMk/>
            <pc:sldMk cId="3976963382" sldId="296"/>
            <ac:spMk id="3" creationId="{59C9A38E-D778-4FB9-A6A4-E5C146B161C0}"/>
          </ac:spMkLst>
        </pc:spChg>
        <pc:spChg chg="del">
          <ac:chgData name="sravani devanga" userId="4615de689d0c1e7f" providerId="LiveId" clId="{7594FAC8-660B-4617-BE1B-F89215CB8FFB}" dt="2026-07-16T15:24:20.022" v="1385" actId="478"/>
          <ac:spMkLst>
            <pc:docMk/>
            <pc:sldMk cId="3976963382" sldId="296"/>
            <ac:spMk id="4" creationId="{37D5FE3A-F149-471F-9E1D-BC649B874EF9}"/>
          </ac:spMkLst>
        </pc:spChg>
      </pc:sldChg>
      <pc:sldChg chg="add del">
        <pc:chgData name="sravani devanga" userId="4615de689d0c1e7f" providerId="LiveId" clId="{7594FAC8-660B-4617-BE1B-F89215CB8FFB}" dt="2026-07-16T15:21:49.566" v="1362" actId="47"/>
        <pc:sldMkLst>
          <pc:docMk/>
          <pc:sldMk cId="509367310" sldId="297"/>
        </pc:sldMkLst>
      </pc:sldChg>
      <pc:sldChg chg="add del">
        <pc:chgData name="sravani devanga" userId="4615de689d0c1e7f" providerId="LiveId" clId="{7594FAC8-660B-4617-BE1B-F89215CB8FFB}" dt="2026-07-16T15:09:53.219" v="287" actId="47"/>
        <pc:sldMkLst>
          <pc:docMk/>
          <pc:sldMk cId="337243076" sldId="298"/>
        </pc:sldMkLst>
      </pc:sldChg>
      <pc:sldChg chg="addSp delSp modSp new mod">
        <pc:chgData name="sravani devanga" userId="4615de689d0c1e7f" providerId="LiveId" clId="{7594FAC8-660B-4617-BE1B-F89215CB8FFB}" dt="2026-07-16T15:01:52.871" v="240" actId="5793"/>
        <pc:sldMkLst>
          <pc:docMk/>
          <pc:sldMk cId="3984015535" sldId="299"/>
        </pc:sldMkLst>
        <pc:spChg chg="add del mod">
          <ac:chgData name="sravani devanga" userId="4615de689d0c1e7f" providerId="LiveId" clId="{7594FAC8-660B-4617-BE1B-F89215CB8FFB}" dt="2026-07-16T15:01:27.174" v="239" actId="20577"/>
          <ac:spMkLst>
            <pc:docMk/>
            <pc:sldMk cId="3984015535" sldId="299"/>
            <ac:spMk id="2" creationId="{3C9A5FDE-F786-15BE-BFDF-EE0E8C884BE9}"/>
          </ac:spMkLst>
        </pc:spChg>
        <pc:spChg chg="mod">
          <ac:chgData name="sravani devanga" userId="4615de689d0c1e7f" providerId="LiveId" clId="{7594FAC8-660B-4617-BE1B-F89215CB8FFB}" dt="2026-07-16T15:01:52.871" v="240" actId="5793"/>
          <ac:spMkLst>
            <pc:docMk/>
            <pc:sldMk cId="3984015535" sldId="299"/>
            <ac:spMk id="3" creationId="{623E9AB4-3C57-D51E-ACE2-FC458C795273}"/>
          </ac:spMkLst>
        </pc:spChg>
      </pc:sldChg>
      <pc:sldChg chg="modSp new mod">
        <pc:chgData name="sravani devanga" userId="4615de689d0c1e7f" providerId="LiveId" clId="{7594FAC8-660B-4617-BE1B-F89215CB8FFB}" dt="2026-07-16T15:23:14.189" v="1381" actId="123"/>
        <pc:sldMkLst>
          <pc:docMk/>
          <pc:sldMk cId="2948058685" sldId="300"/>
        </pc:sldMkLst>
        <pc:spChg chg="mod">
          <ac:chgData name="sravani devanga" userId="4615de689d0c1e7f" providerId="LiveId" clId="{7594FAC8-660B-4617-BE1B-F89215CB8FFB}" dt="2026-07-16T15:16:25.897" v="861" actId="14100"/>
          <ac:spMkLst>
            <pc:docMk/>
            <pc:sldMk cId="2948058685" sldId="300"/>
            <ac:spMk id="2" creationId="{8BC3F118-888F-7C11-2D3E-1E8C857D82FA}"/>
          </ac:spMkLst>
        </pc:spChg>
        <pc:spChg chg="mod">
          <ac:chgData name="sravani devanga" userId="4615de689d0c1e7f" providerId="LiveId" clId="{7594FAC8-660B-4617-BE1B-F89215CB8FFB}" dt="2026-07-16T15:23:14.189" v="1381" actId="123"/>
          <ac:spMkLst>
            <pc:docMk/>
            <pc:sldMk cId="2948058685" sldId="300"/>
            <ac:spMk id="3" creationId="{BFC52591-EC82-20F2-168E-714962DD4FCD}"/>
          </ac:spMkLst>
        </pc:spChg>
      </pc:sldChg>
      <pc:sldChg chg="delSp modSp new mod">
        <pc:chgData name="sravani devanga" userId="4615de689d0c1e7f" providerId="LiveId" clId="{7594FAC8-660B-4617-BE1B-F89215CB8FFB}" dt="2026-07-16T15:23:05.855" v="1379" actId="123"/>
        <pc:sldMkLst>
          <pc:docMk/>
          <pc:sldMk cId="912046858" sldId="301"/>
        </pc:sldMkLst>
        <pc:spChg chg="del">
          <ac:chgData name="sravani devanga" userId="4615de689d0c1e7f" providerId="LiveId" clId="{7594FAC8-660B-4617-BE1B-F89215CB8FFB}" dt="2026-07-16T15:18:36.044" v="949" actId="478"/>
          <ac:spMkLst>
            <pc:docMk/>
            <pc:sldMk cId="912046858" sldId="301"/>
            <ac:spMk id="2" creationId="{5D1F4AE9-DF98-F080-40BC-072F1FC9C032}"/>
          </ac:spMkLst>
        </pc:spChg>
        <pc:spChg chg="mod">
          <ac:chgData name="sravani devanga" userId="4615de689d0c1e7f" providerId="LiveId" clId="{7594FAC8-660B-4617-BE1B-F89215CB8FFB}" dt="2026-07-16T15:23:05.855" v="1379" actId="123"/>
          <ac:spMkLst>
            <pc:docMk/>
            <pc:sldMk cId="912046858" sldId="301"/>
            <ac:spMk id="3" creationId="{3E9BDA8A-61D4-3B0E-AF68-36FE9ECEA7E5}"/>
          </ac:spMkLst>
        </pc:spChg>
      </pc:sldChg>
      <pc:sldChg chg="modSp new mod">
        <pc:chgData name="sravani devanga" userId="4615de689d0c1e7f" providerId="LiveId" clId="{7594FAC8-660B-4617-BE1B-F89215CB8FFB}" dt="2026-07-16T15:23:00.429" v="1378" actId="123"/>
        <pc:sldMkLst>
          <pc:docMk/>
          <pc:sldMk cId="2241438697" sldId="302"/>
        </pc:sldMkLst>
        <pc:spChg chg="mod">
          <ac:chgData name="sravani devanga" userId="4615de689d0c1e7f" providerId="LiveId" clId="{7594FAC8-660B-4617-BE1B-F89215CB8FFB}" dt="2026-07-16T15:20:05.468" v="1084" actId="27636"/>
          <ac:spMkLst>
            <pc:docMk/>
            <pc:sldMk cId="2241438697" sldId="302"/>
            <ac:spMk id="2" creationId="{4C3CBE0B-1055-C9C1-2744-AB4DB43D280C}"/>
          </ac:spMkLst>
        </pc:spChg>
        <pc:spChg chg="mod">
          <ac:chgData name="sravani devanga" userId="4615de689d0c1e7f" providerId="LiveId" clId="{7594FAC8-660B-4617-BE1B-F89215CB8FFB}" dt="2026-07-16T15:23:00.429" v="1378" actId="123"/>
          <ac:spMkLst>
            <pc:docMk/>
            <pc:sldMk cId="2241438697" sldId="302"/>
            <ac:spMk id="3" creationId="{8E16A1F0-6EC7-3FE0-4914-88063D97CEA1}"/>
          </ac:spMkLst>
        </pc:spChg>
      </pc:sldChg>
      <pc:sldChg chg="addSp delSp modSp new mod">
        <pc:chgData name="sravani devanga" userId="4615de689d0c1e7f" providerId="LiveId" clId="{7594FAC8-660B-4617-BE1B-F89215CB8FFB}" dt="2026-07-16T15:32:20.499" v="1515" actId="14100"/>
        <pc:sldMkLst>
          <pc:docMk/>
          <pc:sldMk cId="1386132432" sldId="303"/>
        </pc:sldMkLst>
        <pc:spChg chg="del">
          <ac:chgData name="sravani devanga" userId="4615de689d0c1e7f" providerId="LiveId" clId="{7594FAC8-660B-4617-BE1B-F89215CB8FFB}" dt="2026-07-16T15:32:12.422" v="1513" actId="478"/>
          <ac:spMkLst>
            <pc:docMk/>
            <pc:sldMk cId="1386132432" sldId="303"/>
            <ac:spMk id="2" creationId="{EF3A3A4B-93F4-20D2-0098-A79FF6A3EF0D}"/>
          </ac:spMkLst>
        </pc:spChg>
        <pc:spChg chg="add del mod">
          <ac:chgData name="sravani devanga" userId="4615de689d0c1e7f" providerId="LiveId" clId="{7594FAC8-660B-4617-BE1B-F89215CB8FFB}" dt="2026-07-16T15:32:20.499" v="1515" actId="14100"/>
          <ac:spMkLst>
            <pc:docMk/>
            <pc:sldMk cId="1386132432" sldId="303"/>
            <ac:spMk id="3" creationId="{003BC105-7FB7-A23A-83DC-DABEBEC11CAE}"/>
          </ac:spMkLst>
        </pc:spChg>
        <pc:spChg chg="add del mod">
          <ac:chgData name="sravani devanga" userId="4615de689d0c1e7f" providerId="LiveId" clId="{7594FAC8-660B-4617-BE1B-F89215CB8FFB}" dt="2026-07-16T15:32:10.838" v="1512" actId="478"/>
          <ac:spMkLst>
            <pc:docMk/>
            <pc:sldMk cId="1386132432" sldId="303"/>
            <ac:spMk id="5" creationId="{13A294C3-304F-F0B2-4DE7-BAC35AC43688}"/>
          </ac:spMkLst>
        </pc:spChg>
      </pc:sldChg>
      <pc:sldChg chg="new add del">
        <pc:chgData name="sravani devanga" userId="4615de689d0c1e7f" providerId="LiveId" clId="{7594FAC8-660B-4617-BE1B-F89215CB8FFB}" dt="2026-07-16T15:27:34.713" v="1412" actId="47"/>
        <pc:sldMkLst>
          <pc:docMk/>
          <pc:sldMk cId="2627663145" sldId="303"/>
        </pc:sldMkLst>
      </pc:sldChg>
      <pc:sldChg chg="new del">
        <pc:chgData name="sravani devanga" userId="4615de689d0c1e7f" providerId="LiveId" clId="{7594FAC8-660B-4617-BE1B-F89215CB8FFB}" dt="2026-07-16T15:27:08.385" v="1409" actId="47"/>
        <pc:sldMkLst>
          <pc:docMk/>
          <pc:sldMk cId="1616655016" sldId="304"/>
        </pc:sldMkLst>
      </pc:sldChg>
      <pc:sldChg chg="new del">
        <pc:chgData name="sravani devanga" userId="4615de689d0c1e7f" providerId="LiveId" clId="{7594FAC8-660B-4617-BE1B-F89215CB8FFB}" dt="2026-07-16T15:27:07.256" v="1408" actId="47"/>
        <pc:sldMkLst>
          <pc:docMk/>
          <pc:sldMk cId="362616435" sldId="305"/>
        </pc:sldMkLst>
      </pc:sldChg>
      <pc:sldChg chg="modSp new del mod">
        <pc:chgData name="sravani devanga" userId="4615de689d0c1e7f" providerId="LiveId" clId="{7594FAC8-660B-4617-BE1B-F89215CB8FFB}" dt="2026-07-16T15:30:06.500" v="1470" actId="47"/>
        <pc:sldMkLst>
          <pc:docMk/>
          <pc:sldMk cId="4027696685" sldId="306"/>
        </pc:sldMkLst>
        <pc:spChg chg="mod">
          <ac:chgData name="sravani devanga" userId="4615de689d0c1e7f" providerId="LiveId" clId="{7594FAC8-660B-4617-BE1B-F89215CB8FFB}" dt="2026-07-16T15:28:24.439" v="1428" actId="27636"/>
          <ac:spMkLst>
            <pc:docMk/>
            <pc:sldMk cId="4027696685" sldId="306"/>
            <ac:spMk id="2" creationId="{0583E2BE-9B74-F942-5CDC-EDB5B99C2D72}"/>
          </ac:spMkLst>
        </pc:spChg>
        <pc:spChg chg="mod">
          <ac:chgData name="sravani devanga" userId="4615de689d0c1e7f" providerId="LiveId" clId="{7594FAC8-660B-4617-BE1B-F89215CB8FFB}" dt="2026-07-16T15:28:28.184" v="1430" actId="27636"/>
          <ac:spMkLst>
            <pc:docMk/>
            <pc:sldMk cId="4027696685" sldId="306"/>
            <ac:spMk id="3" creationId="{370F4F3C-877E-76AA-DF39-0B419DD1EA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189F-6B0B-AC8A-46E4-380ECE649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E6A3E-18EC-1E2F-8C7D-88A2061D2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CDBA5-F7AE-1C65-DB6A-1EE2C7E3B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06353-2035-A2A8-3500-39A7FFB5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F96A6-600D-4D03-AABA-409EB777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3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3E10-AE31-F568-5B52-408A846C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D422-A887-BFBD-9602-4F09995C2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CFEBB-C5A9-D59E-437E-6477B555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F405-5615-A50F-B196-193E5415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4D69-E72F-7F7E-7E64-C6F344AF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08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4866-2109-2E41-095B-1A2376A1F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0BC16-665E-8C13-9A90-50272F22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2C16-9529-90C7-9159-B428D33B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1DD38-8D8C-208C-22FD-33328CBC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BF946-8E90-B06A-316A-6015886D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95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DBFD-1980-2379-3872-3B8C22A0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1918C-DED2-C503-E391-E960E2C6D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F7700-44F1-82F3-C58C-494465179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A34EE-FCB7-8D52-0F5D-DB4DB46E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84ABA-A301-54F0-8095-A92BB8F5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4CDD5-7FCB-0864-1FC8-C6A288B1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9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4F1F-ADA7-42ED-E444-AAF02A37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CC454-A899-BE64-65DB-5E36EDA3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2ECA1-ECC8-97FF-BA8B-CAFBFE67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F88CE-3B73-AD07-4027-7C0664203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DCC68-53C9-6395-537D-DC48145D8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F21CF2-B6C7-ACD5-AA41-FCA397FE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C4806-CC13-BB47-DC0D-11FB5225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9EC27-F478-F903-9225-2C648D25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0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A12F-149F-1626-D2F3-6D9FC745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64D4B-59CA-1123-16BC-9F803AAC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48725-35A4-92D3-6713-5379F663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F0E08-0B72-28B9-BC86-6830A18F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CB62C-65CE-DE02-BDF8-D2E8BF04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7E4F4-2065-284B-CC63-4B04B500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7595-1BCB-26C0-70EC-CDDB0B5F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6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D9DD-F723-651E-D4FE-E41AE4C7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0BF65-6B1B-6133-3ECD-4B0553740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CC8BE-EAC3-9A20-2666-F87AD6E66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5365F-3B16-9341-9CA6-B61A49D9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CDADB-FE23-6742-EBD5-8D783F12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6B738-C425-F6B9-8C37-8761E45C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AB33-433E-BE69-5502-30EB1842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8466A-54DC-8D07-0C62-89DADCFED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89155-A22D-6850-CC72-794A1AEDA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AB430-38B0-6F34-F15E-448E36C1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3CA5D-624B-E8BC-C851-93BE1EB4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3DF9-D6F7-FD9F-B70A-917382CF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4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ACDB-3248-2427-9468-5BD4B7A0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4F465-AF23-E58A-39EC-2E88238FD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D0CC-D80C-2A45-B16E-DF1351D9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62FF0-AEC2-3890-C10E-421AF1B9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6E85-7EF8-8CCF-13F3-B5BC6EC4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5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6806C-7A2E-0E23-9657-20509A424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E41A8-1CFE-D74A-CEE9-976FD6240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B6CE6-F551-68AA-500F-9F70D855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9EBEE-ACFC-E5E8-0E97-F9F8C36E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640B0-3CB4-D209-9CA0-8CF831C2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43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71F21-A246-2CCA-B4A7-175105C0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2AA97-EFF2-14FF-426B-A0CE8E31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92347-A46F-663A-7640-CA02D4F9C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6EBB2-EDA9-480B-B447-581976D43E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8A97F-C5C5-3EC0-FEFF-83B8373AB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A934B-A926-950B-9F05-2B237A403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7BFD0-5C58-405E-A1CB-8310CA9B2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8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7426-C484-4B2A-9458-FA37573BC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736600"/>
            <a:ext cx="10422467" cy="572346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EYE DONATION : WHAT ONE MUST KNOW!!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 descr="eye-img.jpg">
            <a:extLst>
              <a:ext uri="{FF2B5EF4-FFF2-40B4-BE49-F238E27FC236}">
                <a16:creationId xmlns:a16="http://schemas.microsoft.com/office/drawing/2014/main" id="{82CFE0AD-3493-4261-9AEF-7B2CA21D0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75" y="397933"/>
            <a:ext cx="3931757" cy="35654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8761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99392C-02CC-4C1D-BE6D-CA70321A7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1693333"/>
            <a:ext cx="11480800" cy="479954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Blindness is a global health concern, with 90% of visually impaired residing in the developing world.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According to the World Health Organization (WHO), 80% of this blindness is either preventable or treatable.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Corneal blindness constitutes 5% of cases globally and is second only to cataract and glaucoma.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/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8752CD-40CD-4FA4-BE62-67A251A58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7" y="365125"/>
            <a:ext cx="11091333" cy="955675"/>
          </a:xfrm>
        </p:spPr>
        <p:txBody>
          <a:bodyPr/>
          <a:lstStyle/>
          <a:p>
            <a:r>
              <a:rPr lang="en-IN" b="1" dirty="0"/>
              <a:t>CURRENT SCENARIO - WORLD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687F3-6576-4B73-9063-281CFA98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on YO Slides Patient Education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B65FD-1B6E-44C9-BF65-F68736FF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3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5FDE-F786-15BE-BFDF-EE0E8C88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3" y="711201"/>
            <a:ext cx="11108267" cy="702732"/>
          </a:xfrm>
        </p:spPr>
        <p:txBody>
          <a:bodyPr>
            <a:noAutofit/>
          </a:bodyPr>
          <a:lstStyle/>
          <a:p>
            <a:r>
              <a:rPr lang="en-IN" b="1" dirty="0"/>
              <a:t>CURRENT BURDEN - INDIA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9AB4-3C57-D51E-ACE2-FC458C795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1413933"/>
            <a:ext cx="11700934" cy="5207000"/>
          </a:xfrm>
        </p:spPr>
        <p:txBody>
          <a:bodyPr>
            <a:normAutofit/>
          </a:bodyPr>
          <a:lstStyle/>
          <a:p>
            <a:pPr lvl="0" algn="just"/>
            <a:r>
              <a:rPr lang="en-IN" b="1" dirty="0"/>
              <a:t>More than 1.2–1.3 million people</a:t>
            </a:r>
            <a:r>
              <a:rPr lang="en-IN" dirty="0"/>
              <a:t> in India are estimated to have </a:t>
            </a:r>
            <a:r>
              <a:rPr lang="en-IN" b="1" dirty="0"/>
              <a:t>bilateral corneal blindness</a:t>
            </a:r>
            <a:r>
              <a:rPr lang="en-IN" dirty="0"/>
              <a:t>.</a:t>
            </a:r>
          </a:p>
          <a:p>
            <a:pPr marL="0" lvl="0" indent="0" algn="just">
              <a:buNone/>
            </a:pPr>
            <a:r>
              <a:rPr lang="en-IN" dirty="0"/>
              <a:t> </a:t>
            </a:r>
          </a:p>
          <a:p>
            <a:pPr lvl="0" algn="just"/>
            <a:r>
              <a:rPr lang="en-IN" dirty="0"/>
              <a:t>Approximately </a:t>
            </a:r>
            <a:r>
              <a:rPr lang="en-IN" b="1" dirty="0"/>
              <a:t>10–11 million people</a:t>
            </a:r>
            <a:r>
              <a:rPr lang="en-IN" dirty="0"/>
              <a:t> have </a:t>
            </a:r>
            <a:r>
              <a:rPr lang="en-IN" b="1" dirty="0"/>
              <a:t>unilateral corneal blindness</a:t>
            </a:r>
            <a:r>
              <a:rPr lang="en-IN" dirty="0"/>
              <a:t> or significant visual impairment due to corneal disease. </a:t>
            </a:r>
          </a:p>
          <a:p>
            <a:pPr lvl="0" algn="just"/>
            <a:endParaRPr lang="en-IN" dirty="0"/>
          </a:p>
          <a:p>
            <a:pPr lvl="0" algn="just"/>
            <a:r>
              <a:rPr lang="en-IN" dirty="0"/>
              <a:t>Around </a:t>
            </a:r>
            <a:r>
              <a:rPr lang="en-IN" b="1" dirty="0"/>
              <a:t>20,000–25,000 new cases</a:t>
            </a:r>
            <a:r>
              <a:rPr lang="en-IN" dirty="0"/>
              <a:t> of corneal blindness occur annually. </a:t>
            </a:r>
          </a:p>
          <a:p>
            <a:pPr lvl="0" algn="just"/>
            <a:endParaRPr lang="en-IN" dirty="0"/>
          </a:p>
          <a:p>
            <a:pPr lvl="0" algn="just"/>
            <a:r>
              <a:rPr lang="en-IN" dirty="0"/>
              <a:t>Corneal opacity accounts for approximately </a:t>
            </a:r>
            <a:r>
              <a:rPr lang="en-IN" b="1" dirty="0"/>
              <a:t>8% of blindness among adults aged ≥50 years</a:t>
            </a:r>
            <a:r>
              <a:rPr lang="en-IN" dirty="0"/>
              <a:t> in the latest national survey, making it one of the major causes after cataract.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01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eye-donation-15-638.jpg"/>
          <p:cNvPicPr>
            <a:picLocks noGrp="1" noChangeAspect="1"/>
          </p:cNvPicPr>
          <p:nvPr>
            <p:ph idx="1"/>
          </p:nvPr>
        </p:nvPicPr>
        <p:blipFill>
          <a:blip r:embed="rId2"/>
          <a:srcRect t="20940"/>
          <a:stretch>
            <a:fillRect/>
          </a:stretch>
        </p:blipFill>
        <p:spPr>
          <a:xfrm>
            <a:off x="2121081" y="1216612"/>
            <a:ext cx="9512119" cy="530209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200" y="242475"/>
            <a:ext cx="11150600" cy="900525"/>
          </a:xfrm>
        </p:spPr>
        <p:txBody>
          <a:bodyPr>
            <a:normAutofit/>
          </a:bodyPr>
          <a:lstStyle/>
          <a:p>
            <a:r>
              <a:rPr lang="en-US" dirty="0"/>
              <a:t>CAUSES OF CORNEAL BLINDNESS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228E0-0C45-49A3-A5A0-0E5C8003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73AE60-69E6-65EF-2864-66D67CFB0C3D}"/>
              </a:ext>
            </a:extLst>
          </p:cNvPr>
          <p:cNvSpPr/>
          <p:nvPr/>
        </p:nvSpPr>
        <p:spPr>
          <a:xfrm>
            <a:off x="8610600" y="1718733"/>
            <a:ext cx="2878667" cy="1244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KERATOCONUS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C485DD-ABE2-8842-A566-953C20A05B4C}"/>
              </a:ext>
            </a:extLst>
          </p:cNvPr>
          <p:cNvSpPr/>
          <p:nvPr/>
        </p:nvSpPr>
        <p:spPr>
          <a:xfrm>
            <a:off x="5427133" y="1777999"/>
            <a:ext cx="2878667" cy="11853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VIRAL, FUNGAL , BACTERIAL INFECTIONS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53B9AE-B512-D74A-5BEA-B9A3EDE5F836}"/>
              </a:ext>
            </a:extLst>
          </p:cNvPr>
          <p:cNvSpPr/>
          <p:nvPr/>
        </p:nvSpPr>
        <p:spPr>
          <a:xfrm>
            <a:off x="5494867" y="4445000"/>
            <a:ext cx="2810933" cy="10837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GENETIC DISEASES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9E1DB7-2389-9DAE-36B0-00C3C5115201}"/>
              </a:ext>
            </a:extLst>
          </p:cNvPr>
          <p:cNvSpPr/>
          <p:nvPr/>
        </p:nvSpPr>
        <p:spPr>
          <a:xfrm>
            <a:off x="8678333" y="4445000"/>
            <a:ext cx="2810933" cy="10837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EYE TRAUMA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lack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09720" y="571480"/>
            <a:ext cx="8229600" cy="135732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    EYE DONATION</a:t>
            </a:r>
          </a:p>
        </p:txBody>
      </p:sp>
      <p:pic>
        <p:nvPicPr>
          <p:cNvPr id="6" name="Picture 5" descr="CANDLE BRIGH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70" y="3214687"/>
            <a:ext cx="4762500" cy="25431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333D3-BA58-487D-A99A-291B3366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ic_2_insid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1884"/>
            <a:ext cx="11057467" cy="497099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96333" y="365126"/>
            <a:ext cx="11057467" cy="913342"/>
          </a:xfrm>
        </p:spPr>
        <p:txBody>
          <a:bodyPr/>
          <a:lstStyle/>
          <a:p>
            <a:r>
              <a:rPr lang="en-US" dirty="0"/>
              <a:t>WHO CAN DONATE EYES?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332F9-9495-4D0B-906A-2E6E521F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7133" y="365126"/>
            <a:ext cx="11006667" cy="820207"/>
          </a:xfrm>
        </p:spPr>
        <p:txBody>
          <a:bodyPr/>
          <a:lstStyle/>
          <a:p>
            <a:r>
              <a:rPr lang="en-US" b="1" dirty="0"/>
              <a:t>WHO CANNOT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643A08-CB11-4B3C-B0B2-0A35E5E8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on YO Slides Patient Education Initiative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5611-3B1B-4F96-AAB4-8495E411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A3D32C-B85C-7FC7-60B9-46B21CC76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3" y="1617133"/>
            <a:ext cx="11006667" cy="4559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Absolute Contraindications</a:t>
            </a:r>
          </a:p>
          <a:p>
            <a:pPr marL="0" indent="0">
              <a:buNone/>
            </a:pPr>
            <a:endParaRPr lang="en-IN" sz="3200" dirty="0"/>
          </a:p>
          <a:p>
            <a:pPr lvl="0">
              <a:lnSpc>
                <a:spcPct val="150000"/>
              </a:lnSpc>
            </a:pPr>
            <a:r>
              <a:rPr lang="en-IN" sz="3200" dirty="0"/>
              <a:t>Human Immunodeficiency Virus (HIV/AIDS) </a:t>
            </a:r>
          </a:p>
          <a:p>
            <a:pPr lvl="0">
              <a:lnSpc>
                <a:spcPct val="150000"/>
              </a:lnSpc>
            </a:pPr>
            <a:r>
              <a:rPr lang="en-IN" sz="3200" dirty="0"/>
              <a:t>Rabies  </a:t>
            </a:r>
          </a:p>
          <a:p>
            <a:pPr lvl="0">
              <a:lnSpc>
                <a:spcPct val="150000"/>
              </a:lnSpc>
            </a:pPr>
            <a:r>
              <a:rPr lang="en-IN" sz="3200" dirty="0"/>
              <a:t>Active </a:t>
            </a:r>
            <a:r>
              <a:rPr lang="en-IN" sz="3200" dirty="0" err="1"/>
              <a:t>septicemia</a:t>
            </a:r>
            <a:r>
              <a:rPr lang="en-IN" sz="3200" dirty="0"/>
              <a:t> (bloodstream infection</a:t>
            </a:r>
            <a:endParaRPr lang="en-IN" sz="3200" b="1" dirty="0"/>
          </a:p>
          <a:p>
            <a:pPr marL="0" lvl="0" indent="0">
              <a:buNone/>
            </a:pPr>
            <a:endParaRPr lang="en-IN" sz="3200" dirty="0"/>
          </a:p>
          <a:p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F118-888F-7C11-2D3E-1E8C857D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3" y="304800"/>
            <a:ext cx="11209867" cy="8212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Do's and Don'ts for Eye Donation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2591-EC82-20F2-168E-714962DD4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" y="973668"/>
            <a:ext cx="11802534" cy="5672666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200000"/>
              </a:lnSpc>
            </a:pPr>
            <a:r>
              <a:rPr lang="en-IN" b="1" dirty="0"/>
              <a:t>Inform the nearest eye bank immediately</a:t>
            </a:r>
            <a:r>
              <a:rPr lang="en-IN" dirty="0"/>
              <a:t> after death, preferably within </a:t>
            </a:r>
            <a:r>
              <a:rPr lang="en-IN" b="1" dirty="0"/>
              <a:t>4–6 hours</a:t>
            </a:r>
            <a:r>
              <a:rPr lang="en-IN" dirty="0"/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Close the eyelids</a:t>
            </a:r>
            <a:r>
              <a:rPr lang="en-IN" dirty="0"/>
              <a:t> gently after death.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Place a clean, moist cloth</a:t>
            </a:r>
            <a:r>
              <a:rPr lang="en-IN" dirty="0"/>
              <a:t> over the closed eyes if advised by the eye bank.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Keep the head slightly elevated</a:t>
            </a:r>
            <a:r>
              <a:rPr lang="en-IN" dirty="0"/>
              <a:t> (about 6 inches) by placing a pillow under the head to reduce swelling.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Switch off ceiling fans</a:t>
            </a:r>
            <a:r>
              <a:rPr lang="en-IN" dirty="0"/>
              <a:t> directly above the body to prevent drying of the cornea. </a:t>
            </a:r>
          </a:p>
          <a:p>
            <a:pPr marL="0" lvl="0" indent="0" algn="just">
              <a:buNone/>
            </a:pP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05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BDA8A-61D4-3B0E-AF68-36FE9ECE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" y="584200"/>
            <a:ext cx="11379199" cy="5850467"/>
          </a:xfrm>
        </p:spPr>
        <p:txBody>
          <a:bodyPr>
            <a:normAutofit/>
          </a:bodyPr>
          <a:lstStyle/>
          <a:p>
            <a:pPr lvl="0" algn="just">
              <a:lnSpc>
                <a:spcPct val="200000"/>
              </a:lnSpc>
            </a:pPr>
            <a:r>
              <a:rPr lang="en-IN" b="1" dirty="0"/>
              <a:t>Share the deceased's medical history</a:t>
            </a:r>
            <a:r>
              <a:rPr lang="en-IN" dirty="0"/>
              <a:t> honestly with the eye bank team.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Allow trained eye bank personnel</a:t>
            </a:r>
            <a:r>
              <a:rPr lang="en-IN" dirty="0"/>
              <a:t> to retrieve the corneas using sterile techniques. </a:t>
            </a:r>
          </a:p>
          <a:p>
            <a:pPr lvl="0" algn="just">
              <a:lnSpc>
                <a:spcPct val="200000"/>
              </a:lnSpc>
            </a:pPr>
            <a:r>
              <a:rPr lang="en-IN" b="1" dirty="0"/>
              <a:t>Encourage family members</a:t>
            </a:r>
            <a:r>
              <a:rPr lang="en-IN" dirty="0"/>
              <a:t> to support the donation process, as consent from the next of kin is generally required. </a:t>
            </a:r>
          </a:p>
          <a:p>
            <a:pPr marL="0" lvl="0" indent="0" algn="just">
              <a:lnSpc>
                <a:spcPct val="200000"/>
              </a:lnSpc>
              <a:buNone/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046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BE0B-1055-C9C1-2744-AB4DB43D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365125"/>
            <a:ext cx="11116733" cy="7016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Don'ts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A1F0-6EC7-3FE0-4914-88063D97C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67" y="999067"/>
            <a:ext cx="11557000" cy="5493808"/>
          </a:xfrm>
        </p:spPr>
        <p:txBody>
          <a:bodyPr>
            <a:normAutofit fontScale="77500" lnSpcReduction="20000"/>
          </a:bodyPr>
          <a:lstStyle/>
          <a:p>
            <a:pPr lvl="0" algn="just">
              <a:lnSpc>
                <a:spcPct val="220000"/>
              </a:lnSpc>
            </a:pPr>
            <a:r>
              <a:rPr lang="en-IN" b="1" dirty="0"/>
              <a:t>Do not delay</a:t>
            </a:r>
            <a:r>
              <a:rPr lang="en-IN" dirty="0"/>
              <a:t> contacting the eye bank after death. </a:t>
            </a:r>
          </a:p>
          <a:p>
            <a:pPr lvl="0" algn="just">
              <a:lnSpc>
                <a:spcPct val="220000"/>
              </a:lnSpc>
            </a:pPr>
            <a:r>
              <a:rPr lang="en-IN" b="1" dirty="0"/>
              <a:t>Do not place ice or water directly on the eyes.</a:t>
            </a:r>
            <a:r>
              <a:rPr lang="en-IN" dirty="0"/>
              <a:t> </a:t>
            </a:r>
          </a:p>
          <a:p>
            <a:pPr lvl="0" algn="just">
              <a:lnSpc>
                <a:spcPct val="220000"/>
              </a:lnSpc>
            </a:pPr>
            <a:r>
              <a:rPr lang="en-IN" b="1" dirty="0"/>
              <a:t>Do not apply eye drops, ointments, or home remedies</a:t>
            </a:r>
            <a:r>
              <a:rPr lang="en-IN" dirty="0"/>
              <a:t> unless instructed by medical personnel. </a:t>
            </a:r>
          </a:p>
          <a:p>
            <a:pPr algn="just">
              <a:lnSpc>
                <a:spcPct val="220000"/>
              </a:lnSpc>
            </a:pPr>
            <a:r>
              <a:rPr lang="en-IN" b="1" dirty="0"/>
              <a:t>Do not press or rub the eyes, Do not keep the eyes open</a:t>
            </a:r>
            <a:r>
              <a:rPr lang="en-IN" dirty="0"/>
              <a:t>, as this can dry the cornea. </a:t>
            </a:r>
          </a:p>
          <a:p>
            <a:pPr lvl="0" algn="just">
              <a:lnSpc>
                <a:spcPct val="220000"/>
              </a:lnSpc>
            </a:pPr>
            <a:r>
              <a:rPr lang="en-IN" b="1" dirty="0"/>
              <a:t>Do not assume poor eyesight, cataracts, or wearing glasses disqualifies donation.</a:t>
            </a:r>
            <a:r>
              <a:rPr lang="en-IN" dirty="0"/>
              <a:t> These conditions often do not prevent corneal donation.  </a:t>
            </a:r>
          </a:p>
          <a:p>
            <a:pPr algn="just">
              <a:lnSpc>
                <a:spcPct val="2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43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1B62ED-5C31-40D0-AC57-C215D81F8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557867"/>
            <a:ext cx="11667067" cy="4985808"/>
          </a:xfrm>
        </p:spPr>
        <p:txBody>
          <a:bodyPr/>
          <a:lstStyle/>
          <a:p>
            <a:pPr algn="just"/>
            <a:r>
              <a:rPr lang="en-US" dirty="0"/>
              <a:t>Retrieval procedure could be either enucleation of the whole globe or Corneal scleral rim excision.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retrieval procedures should be documented in detail in each eye bank in their Standard Operative procedure manual.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C9A38E-D778-4FB9-A6A4-E5C146B1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14325"/>
            <a:ext cx="10922000" cy="1082675"/>
          </a:xfrm>
        </p:spPr>
        <p:txBody>
          <a:bodyPr/>
          <a:lstStyle/>
          <a:p>
            <a:r>
              <a:rPr lang="en-IN" dirty="0"/>
              <a:t>RETRIEVAL OF THE TISSUE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7B2C1-FC17-4D30-9434-67A8B4BE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6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LEANIN THE EYE.jpg"/>
          <p:cNvPicPr>
            <a:picLocks noGrp="1" noChangeAspect="1"/>
          </p:cNvPicPr>
          <p:nvPr>
            <p:ph idx="1"/>
          </p:nvPr>
        </p:nvPicPr>
        <p:blipFill>
          <a:blip r:embed="rId2"/>
          <a:srcRect l="12277" t="15784" r="31600" b="17923"/>
          <a:stretch>
            <a:fillRect/>
          </a:stretch>
        </p:blipFill>
        <p:spPr>
          <a:xfrm>
            <a:off x="1094580" y="1000405"/>
            <a:ext cx="3974563" cy="31426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1800" y="365126"/>
            <a:ext cx="10922000" cy="642408"/>
          </a:xfrm>
        </p:spPr>
        <p:txBody>
          <a:bodyPr>
            <a:normAutofit fontScale="90000"/>
          </a:bodyPr>
          <a:lstStyle/>
          <a:p>
            <a:r>
              <a:rPr lang="en-US" dirty="0"/>
              <a:t>PROCEDURE : CORNEAL BUTTON</a:t>
            </a:r>
          </a:p>
        </p:txBody>
      </p:sp>
      <p:pic>
        <p:nvPicPr>
          <p:cNvPr id="5" name="Picture 4" descr="DRAPE CU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91210" y="1007534"/>
            <a:ext cx="4064000" cy="3140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333990_1_En_5_Fig2_HTML.gif"/>
          <p:cNvPicPr>
            <a:picLocks noChangeAspect="1"/>
          </p:cNvPicPr>
          <p:nvPr/>
        </p:nvPicPr>
        <p:blipFill>
          <a:blip r:embed="rId4"/>
          <a:srcRect l="5228" t="51852" r="50109"/>
          <a:stretch>
            <a:fillRect/>
          </a:stretch>
        </p:blipFill>
        <p:spPr>
          <a:xfrm>
            <a:off x="1210733" y="4286256"/>
            <a:ext cx="3742259" cy="23731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enucleation-and-evisceration-12-638.jpg"/>
          <p:cNvPicPr>
            <a:picLocks noChangeAspect="1"/>
          </p:cNvPicPr>
          <p:nvPr/>
        </p:nvPicPr>
        <p:blipFill>
          <a:blip r:embed="rId5"/>
          <a:srcRect l="13558" t="37474" r="4153"/>
          <a:stretch>
            <a:fillRect/>
          </a:stretch>
        </p:blipFill>
        <p:spPr>
          <a:xfrm>
            <a:off x="5381620" y="4064000"/>
            <a:ext cx="5083180" cy="26229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3FAD-3AEF-452D-BA92-A9409B5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enucleation-and-evisceration-9-638.jpg"/>
          <p:cNvPicPr>
            <a:picLocks noGrp="1" noChangeAspect="1"/>
          </p:cNvPicPr>
          <p:nvPr>
            <p:ph idx="1"/>
          </p:nvPr>
        </p:nvPicPr>
        <p:blipFill>
          <a:blip r:embed="rId2"/>
          <a:srcRect t="65135"/>
          <a:stretch>
            <a:fillRect/>
          </a:stretch>
        </p:blipFill>
        <p:spPr>
          <a:xfrm>
            <a:off x="1016000" y="3929065"/>
            <a:ext cx="10594516" cy="2353201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ENUCLEATION</a:t>
            </a:r>
          </a:p>
        </p:txBody>
      </p:sp>
      <p:pic>
        <p:nvPicPr>
          <p:cNvPr id="5" name="Picture 4" descr="82-eye-removal-surgery-series-Artboard-2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19" y="516467"/>
            <a:ext cx="6856147" cy="292850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332D9-0674-46A1-964E-AFA8AA6A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9E95-5415-419E-8882-4D3B46C8DE3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C105-7FB7-A23A-83DC-DABEBEC1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533"/>
            <a:ext cx="10515600" cy="3835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96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GB" sz="9600" dirty="0">
                <a:latin typeface="Algerian" panose="04020705040A02060702" pitchFamily="82" charset="0"/>
              </a:rPr>
              <a:t>       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13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468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Aptos</vt:lpstr>
      <vt:lpstr>Aptos Display</vt:lpstr>
      <vt:lpstr>Arial</vt:lpstr>
      <vt:lpstr>Office Theme</vt:lpstr>
      <vt:lpstr>EYE DONATION : WHAT ONE MUST KNOW!!</vt:lpstr>
      <vt:lpstr>CURRENT SCENARIO - WORLD</vt:lpstr>
      <vt:lpstr>CURRENT BURDEN - INDIA </vt:lpstr>
      <vt:lpstr>CAUSES OF CORNEAL BLINDNESS</vt:lpstr>
      <vt:lpstr>            EYE DONATION</vt:lpstr>
      <vt:lpstr>WHO CAN DONATE EYES?</vt:lpstr>
      <vt:lpstr>WHO CANNOT </vt:lpstr>
      <vt:lpstr>Do's and Don'ts for Eye Donation </vt:lpstr>
      <vt:lpstr>PowerPoint Presentation</vt:lpstr>
      <vt:lpstr>Don'ts </vt:lpstr>
      <vt:lpstr>RETRIEVAL OF THE TISSUE</vt:lpstr>
      <vt:lpstr>PROCEDURE : CORNEAL BUTTON</vt:lpstr>
      <vt:lpstr>ENUCLEATION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devanga</dc:creator>
  <cp:lastModifiedBy>sravani devanga</cp:lastModifiedBy>
  <cp:revision>3</cp:revision>
  <dcterms:created xsi:type="dcterms:W3CDTF">2026-07-16T14:51:12Z</dcterms:created>
  <dcterms:modified xsi:type="dcterms:W3CDTF">2026-07-17T13:00:22Z</dcterms:modified>
</cp:coreProperties>
</file>